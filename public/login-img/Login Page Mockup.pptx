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89E54-4AA3-BE48-FFD3-C1763394E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3D0CC0-A933-8014-AB38-E8F1B867E5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6700A-0B13-2C67-9FE5-3D1FB9110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F13D6-B5CD-4B9A-BBD0-397B498120FE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E1DE9-621F-0536-B550-E1D023B3C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A42CC-B7EC-0B2A-526C-F098C2DBC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D7BC6-1946-493C-AB4F-B88744356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693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1584-D95C-3054-56D1-CDEC3A5DA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E59CA-960E-9563-EB98-36935E846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749B2-AF30-E902-1546-D2A1F329F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F13D6-B5CD-4B9A-BBD0-397B498120FE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69FF4-5D7F-76BC-6602-197617A5A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FDBFF-3471-8841-423C-DC883F0AA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D7BC6-1946-493C-AB4F-B88744356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791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75007-41E5-630A-6F46-79B49FB6B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1F27E-3DBC-366C-2FF4-A7E6EB275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7B4C2-76D4-3DF5-B7DB-E93C726CE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F13D6-B5CD-4B9A-BBD0-397B498120FE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9505F-FE6F-83F2-3422-AD826BDA6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25C29-0813-68E8-53FC-AB26272A5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D7BC6-1946-493C-AB4F-B88744356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781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48C4F-9975-F3EE-4916-514F957F4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22D8B-4AEF-A668-8610-B7C8278768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95F67-1D25-1FF1-4F90-83F1CCEB6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93040-E3F8-E574-6DDD-7EAA66A8C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F13D6-B5CD-4B9A-BBD0-397B498120FE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6C424-4EC8-AB1B-F59C-DA6419F52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99E81-3E38-FD05-FBA3-E1663892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D7BC6-1946-493C-AB4F-B88744356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885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275A8-B35E-0F6E-7859-AC505651B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4F8EE-13E9-FA7F-EEF9-49ED4A419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06A4E3-0250-6EF1-4AAA-E43283CD2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6373B-6550-9BAA-CEFC-B1E2888023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474DB3-F850-9DDB-F905-E88622D0E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2CE101-55CE-E554-A66F-F245B008E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F13D6-B5CD-4B9A-BBD0-397B498120FE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924DF7-2FD9-E22B-939A-334D58C5B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43A718-A88A-8622-D486-E315265FD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D7BC6-1946-493C-AB4F-B88744356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46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CBB0B-85A2-E676-10FA-1A785834F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83F540-50FB-EAD7-F4C9-D0BEF002E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F13D6-B5CD-4B9A-BBD0-397B498120FE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F052C8-271B-3B64-0016-403BE697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04D874-AE5D-D065-75E8-313F912D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D7BC6-1946-493C-AB4F-B88744356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08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45265B-398A-9D37-C21E-5DACEEAA8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F13D6-B5CD-4B9A-BBD0-397B498120FE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0116F4-243B-0919-5C01-8E8256416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A942F-3285-F492-2C29-187D110EA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D7BC6-1946-493C-AB4F-B88744356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24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E9C7E-FD28-84B6-685C-28D3D8B88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25C85-1D2C-D4B9-2FD9-E65E138C0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06903D-021A-8DA8-94CD-F4427C05E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DEA28-FBEF-2882-4475-D1D1A298A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F13D6-B5CD-4B9A-BBD0-397B498120FE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5EE4B-B1B3-B8C1-5707-4BABE8E7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891D57-9B79-E345-9A99-59AF63EB0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D7BC6-1946-493C-AB4F-B88744356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03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1A618-BCBF-D779-68CC-3A018EBF2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0E7539-AF61-E04A-0751-C79DBAEFAB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336383-7C6F-DF86-BFD2-01310B92F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EBDDE7-330F-036C-3FA9-95C632469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F13D6-B5CD-4B9A-BBD0-397B498120FE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56CD5-3EA0-1A75-33B5-638288DC7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6E252-38ED-18B2-802C-A73BAE5CF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D7BC6-1946-493C-AB4F-B88744356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889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9B52A-CBCE-6AC2-AE51-E4E0E01B8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07C0EC-D82D-DC1E-0D83-02E5C7C27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1EEB2-2ECC-8490-1938-934AEB86F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F13D6-B5CD-4B9A-BBD0-397B498120FE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32A7-40D7-A96F-1617-A804D3CF0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AA567-581F-08D9-C356-F65D23E90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D7BC6-1946-493C-AB4F-B88744356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746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24925D-F487-9229-B035-BE688D3BBF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EABDF8-53C9-7EDF-89B4-DE08D413E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E51C9-F310-FEFE-2893-FC9DF9CD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F13D6-B5CD-4B9A-BBD0-397B498120FE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F393F-AF5D-9432-7C9A-966C6DA9C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AA2E9-EA4E-1582-A95E-BB609574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D7BC6-1946-493C-AB4F-B88744356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70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DEA151-30BE-A14C-DC1F-D447C7095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688A4-C2F4-E9FE-409E-19534ADC6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5927E-EEFF-2602-7C73-4008DC6CB4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5F13D6-B5CD-4B9A-BBD0-397B498120FE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F83A5-0B80-0299-5AF1-223BBD495E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93F0E-CAC0-69FF-621E-F62FBDD5C7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D7BC6-1946-493C-AB4F-B88744356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783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48B817-EED7-168A-50F0-DC6346FCEE3A}"/>
              </a:ext>
            </a:extLst>
          </p:cNvPr>
          <p:cNvSpPr txBox="1"/>
          <p:nvPr/>
        </p:nvSpPr>
        <p:spPr>
          <a:xfrm>
            <a:off x="173736" y="109728"/>
            <a:ext cx="2980944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 in Page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FC7B48-B67E-0A2C-BC15-D0690C88E1F5}"/>
              </a:ext>
            </a:extLst>
          </p:cNvPr>
          <p:cNvSpPr txBox="1"/>
          <p:nvPr/>
        </p:nvSpPr>
        <p:spPr>
          <a:xfrm>
            <a:off x="554046" y="4230546"/>
            <a:ext cx="75933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1. Update logo</a:t>
            </a:r>
          </a:p>
          <a:p>
            <a:r>
              <a:rPr lang="en-US" sz="1400" dirty="0"/>
              <a:t>2. Background</a:t>
            </a:r>
          </a:p>
          <a:p>
            <a:r>
              <a:rPr lang="en-US" sz="1400" dirty="0"/>
              <a:t>3. Heading </a:t>
            </a:r>
          </a:p>
          <a:p>
            <a:r>
              <a:rPr lang="en-US" sz="1400" dirty="0"/>
              <a:t>4. Login card color</a:t>
            </a:r>
          </a:p>
          <a:p>
            <a:pPr marL="342900" indent="-342900">
              <a:buAutoNum type="arabicPeriod" startAt="5"/>
            </a:pPr>
            <a:r>
              <a:rPr lang="en-US" sz="1400" dirty="0"/>
              <a:t>Decorative graphics</a:t>
            </a:r>
          </a:p>
          <a:p>
            <a:pPr marL="800100" lvl="1" indent="-342900">
              <a:buAutoNum type="arabicPeriod" startAt="5"/>
            </a:pPr>
            <a:r>
              <a:rPr lang="en-US" sz="1400" dirty="0"/>
              <a:t>Footer: Navy bottom curve (navy:1D375F /  Gold #C9A55A)</a:t>
            </a:r>
          </a:p>
        </p:txBody>
      </p:sp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762ACEDA-F3CE-0E21-0E62-6540C9E13A78}"/>
              </a:ext>
            </a:extLst>
          </p:cNvPr>
          <p:cNvSpPr/>
          <p:nvPr/>
        </p:nvSpPr>
        <p:spPr>
          <a:xfrm>
            <a:off x="438912" y="713232"/>
            <a:ext cx="914400" cy="274320"/>
          </a:xfrm>
          <a:prstGeom prst="roundRect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CURRENT</a:t>
            </a:r>
          </a:p>
        </p:txBody>
      </p:sp>
      <p:pic>
        <p:nvPicPr>
          <p:cNvPr id="12" name="Picture 11" descr="d0102f50-e38f-4d44-9b71-642a3f8f03db.png">
            <a:extLst>
              <a:ext uri="{FF2B5EF4-FFF2-40B4-BE49-F238E27FC236}">
                <a16:creationId xmlns:a16="http://schemas.microsoft.com/office/drawing/2014/main" id="{67683117-C6EB-A37B-EC2E-00C0BBBCC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051560"/>
            <a:ext cx="4536241" cy="29260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32A982-39FC-9DED-D291-933E018EF8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165" y="1051560"/>
            <a:ext cx="4330939" cy="2926080"/>
          </a:xfrm>
          <a:prstGeom prst="rect">
            <a:avLst/>
          </a:prstGeom>
        </p:spPr>
      </p:pic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5105DA88-24AE-B0DD-56ED-D4A48B5E72C2}"/>
              </a:ext>
            </a:extLst>
          </p:cNvPr>
          <p:cNvSpPr/>
          <p:nvPr/>
        </p:nvSpPr>
        <p:spPr>
          <a:xfrm>
            <a:off x="5962165" y="713232"/>
            <a:ext cx="914400" cy="274320"/>
          </a:xfrm>
          <a:prstGeom prst="roundRect">
            <a:avLst/>
          </a:prstGeom>
          <a:solidFill>
            <a:srgbClr val="2C7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TARGET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3437B24-0ADC-780B-8ACF-7596A9D80A09}"/>
              </a:ext>
            </a:extLst>
          </p:cNvPr>
          <p:cNvSpPr/>
          <p:nvPr/>
        </p:nvSpPr>
        <p:spPr>
          <a:xfrm flipH="1">
            <a:off x="7964423" y="866894"/>
            <a:ext cx="344493" cy="3659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27935C-9BEE-0320-0810-4B9E9999B0FB}"/>
              </a:ext>
            </a:extLst>
          </p:cNvPr>
          <p:cNvSpPr txBox="1"/>
          <p:nvPr/>
        </p:nvSpPr>
        <p:spPr>
          <a:xfrm flipH="1">
            <a:off x="7964423" y="866894"/>
            <a:ext cx="183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53227BF-A6A2-D02F-27ED-FE433261DE5B}"/>
              </a:ext>
            </a:extLst>
          </p:cNvPr>
          <p:cNvSpPr/>
          <p:nvPr/>
        </p:nvSpPr>
        <p:spPr>
          <a:xfrm flipH="1">
            <a:off x="6406999" y="1232843"/>
            <a:ext cx="344493" cy="3659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5BEB6C-9799-3E7C-078A-C298B6585E26}"/>
              </a:ext>
            </a:extLst>
          </p:cNvPr>
          <p:cNvSpPr txBox="1"/>
          <p:nvPr/>
        </p:nvSpPr>
        <p:spPr>
          <a:xfrm flipH="1">
            <a:off x="6406997" y="1232843"/>
            <a:ext cx="268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A7696EE-9CB0-ADA4-824B-6C9009ADFF1A}"/>
              </a:ext>
            </a:extLst>
          </p:cNvPr>
          <p:cNvSpPr/>
          <p:nvPr/>
        </p:nvSpPr>
        <p:spPr>
          <a:xfrm flipH="1">
            <a:off x="8552791" y="1569952"/>
            <a:ext cx="344493" cy="3659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3C500A-2108-5D0A-136B-4EEEE8282C45}"/>
              </a:ext>
            </a:extLst>
          </p:cNvPr>
          <p:cNvSpPr txBox="1"/>
          <p:nvPr/>
        </p:nvSpPr>
        <p:spPr>
          <a:xfrm flipH="1">
            <a:off x="8552789" y="1569952"/>
            <a:ext cx="268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F98C62E-80D1-A387-B756-651F075A435A}"/>
              </a:ext>
            </a:extLst>
          </p:cNvPr>
          <p:cNvSpPr/>
          <p:nvPr/>
        </p:nvSpPr>
        <p:spPr>
          <a:xfrm flipH="1">
            <a:off x="8086411" y="2141885"/>
            <a:ext cx="344493" cy="3659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831F67-F5BA-46A2-433F-14016E20D767}"/>
              </a:ext>
            </a:extLst>
          </p:cNvPr>
          <p:cNvSpPr txBox="1"/>
          <p:nvPr/>
        </p:nvSpPr>
        <p:spPr>
          <a:xfrm flipH="1">
            <a:off x="8086411" y="2145268"/>
            <a:ext cx="268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4BBCBFD-A2AA-F5DA-C0BF-A58CD1AA2FDF}"/>
              </a:ext>
            </a:extLst>
          </p:cNvPr>
          <p:cNvSpPr/>
          <p:nvPr/>
        </p:nvSpPr>
        <p:spPr>
          <a:xfrm flipH="1">
            <a:off x="10024982" y="1316736"/>
            <a:ext cx="344493" cy="3659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C214065-C4F3-4A3D-7B24-312896225891}"/>
              </a:ext>
            </a:extLst>
          </p:cNvPr>
          <p:cNvSpPr txBox="1"/>
          <p:nvPr/>
        </p:nvSpPr>
        <p:spPr>
          <a:xfrm flipH="1">
            <a:off x="10024982" y="1320119"/>
            <a:ext cx="268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EFD84F2-B794-7D24-95AD-35AF3692565C}"/>
              </a:ext>
            </a:extLst>
          </p:cNvPr>
          <p:cNvSpPr/>
          <p:nvPr/>
        </p:nvSpPr>
        <p:spPr>
          <a:xfrm flipH="1">
            <a:off x="9890921" y="3343656"/>
            <a:ext cx="344493" cy="3659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633B32-CEAB-EF41-6632-DF7A14D50CD4}"/>
              </a:ext>
            </a:extLst>
          </p:cNvPr>
          <p:cNvSpPr txBox="1"/>
          <p:nvPr/>
        </p:nvSpPr>
        <p:spPr>
          <a:xfrm flipH="1">
            <a:off x="9890921" y="3347039"/>
            <a:ext cx="268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1D3BE57-414A-7960-3F98-028DC586234E}"/>
              </a:ext>
            </a:extLst>
          </p:cNvPr>
          <p:cNvSpPr/>
          <p:nvPr/>
        </p:nvSpPr>
        <p:spPr>
          <a:xfrm flipH="1">
            <a:off x="6586995" y="2828544"/>
            <a:ext cx="344493" cy="3659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EE2441-A1C3-18A3-7C9A-08F4AAA316E0}"/>
              </a:ext>
            </a:extLst>
          </p:cNvPr>
          <p:cNvSpPr txBox="1"/>
          <p:nvPr/>
        </p:nvSpPr>
        <p:spPr>
          <a:xfrm flipH="1">
            <a:off x="6586995" y="2831927"/>
            <a:ext cx="268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7A10EC8-4452-E1B3-7A6D-5E2048748FB1}"/>
              </a:ext>
            </a:extLst>
          </p:cNvPr>
          <p:cNvSpPr/>
          <p:nvPr/>
        </p:nvSpPr>
        <p:spPr>
          <a:xfrm flipH="1">
            <a:off x="9303208" y="2711269"/>
            <a:ext cx="344493" cy="3659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2302EF-037F-5F14-A0D6-0A1A05AC3C46}"/>
              </a:ext>
            </a:extLst>
          </p:cNvPr>
          <p:cNvSpPr txBox="1"/>
          <p:nvPr/>
        </p:nvSpPr>
        <p:spPr>
          <a:xfrm flipH="1">
            <a:off x="9303208" y="2643878"/>
            <a:ext cx="268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12047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44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Shownna Bryant</dc:creator>
  <cp:lastModifiedBy>Shownna Bryant</cp:lastModifiedBy>
  <cp:revision>1</cp:revision>
  <dcterms:created xsi:type="dcterms:W3CDTF">2026-09-03T17:15:31Z</dcterms:created>
  <dcterms:modified xsi:type="dcterms:W3CDTF">2026-09-03T21:09:19Z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58849AA6-E082-4FD2-977D-1BCB914D2F97</vt:lpwstr>
  </property>
  <property fmtid="{D5CDD505-2E9C-101B-9397-08002B2CF9AE}" pid="3" name="ArticulatePath">
    <vt:lpwstr>Presentation1</vt:lpwstr>
  </property>
</Properties>
</file>